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68000"/>
            <a:ext cx="12193200" cy="43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36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1200"/>
            <a:ext cx="12193200" cy="5400000"/>
          </a:xfrm>
          <a:prstGeom prst="rect">
            <a:avLst/>
          </a:prstGeom>
          <a:solidFill>
            <a:srgbClr val="11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16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B0F0"/>
                </a:solidFill>
              </a:rPr>
              <a:t>DocControl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Система управління документами підприємства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55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ACCFF"/>
                </a:solidFill>
              </a:rPr>
              <a:t>Презентація програмного забезпечення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96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ADD"/>
                </a:solidFill>
              </a:rPr>
              <a:t>Семінарське заняття №5  •  Групова динаміка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Зміст презентації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134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17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Проблема та мета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0" y="1080000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8000" y="1134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00" y="117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Опис програмного забезпечення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655999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71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8000" y="1745999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Архітектура системи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655999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171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000" y="1745999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Функціональні можливості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232000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86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000" y="232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Демонстрація інтерфейсу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2232000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000" y="2286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232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Переваги та унікальність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808000"/>
            <a:ext cx="1080000" cy="468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2862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0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8000" y="289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Висновки та заклик до дії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0F0"/>
                </a:solidFill>
              </a:rPr>
              <a:t>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00000"/>
            <a:ext cx="12193200" cy="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080000"/>
            <a:ext cx="5580000" cy="684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11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📄  Хаотичне зберігання документів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38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Файли розкидані по різних папках, немає єдиного реєстру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080000"/>
            <a:ext cx="5580000" cy="684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7999" y="111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🔍  Складний пошук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999" y="138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Пошук потрібного документа займає до 30 хвилин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872000"/>
            <a:ext cx="5580000" cy="684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90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🔒  Відсутність контролю доступу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217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Конфіденційні документи доступні всім співробітникам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1872000"/>
            <a:ext cx="5580000" cy="684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7999" y="190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📊  Немає аналітики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7999" y="217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Неможливо відстежити статус документів та навантаження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Рішення: DocControl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72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DocControl — комплексна система управління документами, яка об'єднує реєстрацію, зберігання, пошук, контроль доступу та аналітику в єдиній платформі.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620000"/>
            <a:ext cx="216000" cy="324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8000" y="1620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163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Централізований реєстр документів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0" y="1620000"/>
            <a:ext cx="216000" cy="324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8000" y="1620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999" y="163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Розмежування прав доступу (ролі)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088000"/>
            <a:ext cx="216000" cy="324000"/>
          </a:xfrm>
          <a:prstGeom prst="rect">
            <a:avLst/>
          </a:prstGeom>
          <a:solidFill>
            <a:srgbClr val="00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000" y="2088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210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AI-помічник для класифікації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2088000"/>
            <a:ext cx="216000" cy="324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8000" y="2088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999" y="2106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Мережева синхронізація у реальному часі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556000"/>
            <a:ext cx="216000" cy="324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000" y="2556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" y="2574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Детальна аналітика та звіти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2556000"/>
            <a:ext cx="216000" cy="324000"/>
          </a:xfrm>
          <a:prstGeom prst="rect">
            <a:avLst/>
          </a:prstGeom>
          <a:solidFill>
            <a:srgbClr val="00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8000" y="2556000"/>
            <a:ext cx="1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999" y="2574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Інтуїтивний Windows-інтерфейс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0F0"/>
                </a:solidFill>
              </a:rPr>
              <a:t>Архітектура системи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07999"/>
            <a:ext cx="360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6C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007999"/>
            <a:ext cx="10620000" cy="360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1025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Рівень UI (WinForms)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062000"/>
            <a:ext cx="66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DocControlUI — інтерфейс користувача, форми, звіти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48000"/>
            <a:ext cx="360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583999"/>
            <a:ext cx="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6C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1548000"/>
            <a:ext cx="10620000" cy="360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15659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Мережевий рівень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1602000"/>
            <a:ext cx="66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DocControlNetworkCore — TCP/IP синхронізація, протокол обміну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088000"/>
            <a:ext cx="360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2124000"/>
            <a:ext cx="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6C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2088000"/>
            <a:ext cx="10620000" cy="360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000" y="210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Сервісний рівень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2142000"/>
            <a:ext cx="66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DocControlService — Windows Service, фоновий сервер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628000"/>
            <a:ext cx="360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664000"/>
            <a:ext cx="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6C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2628000"/>
            <a:ext cx="10620000" cy="360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264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AI-модуль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0" y="2682000"/>
            <a:ext cx="66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DocControlAI — класифікація документів, ML-підказки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32400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</a:rPr>
              <a:t>Технологічний стек: .NET 8.0 • C# • WinForms • Windows Services • ML.NET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Функціональні можливості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07999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025999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📋 Реєстрація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260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Додавання нових документів із метаданими (тип, дата, відповідальний, пріоритет)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8000" y="1007999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8000" y="1007999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4000" y="1025999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🔍 Пошук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4000" y="1260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Швидкий пошук за назвою, типом, датою, статусом або відповідальним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1620000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1620000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1638000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🔒 Доступ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72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Три ролі: Адміністратор, Редактор, Переглядач. Аудит дій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8000" y="1620000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8000" y="1620000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4000" y="1638000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🤖 AI-асистент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4000" y="1872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Автоматична класифікація документів та рекомендації на основі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2231999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2231999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2249999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🌐 Мережа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2484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Синхронізація між клієнтами через Windows Service у реальному часі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000" y="2231999"/>
            <a:ext cx="568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8000" y="2231999"/>
            <a:ext cx="125999" cy="54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4000" y="2249999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📊 Аналітика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4000" y="2484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Дашборд зі статистикою: кількість документів, активність, навантаження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0F0"/>
                </a:solidFill>
              </a:rPr>
              <a:t>Інтерфейс користувача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936000"/>
            <a:ext cx="11448000" cy="2700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936000"/>
            <a:ext cx="11448000" cy="21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54000"/>
            <a:ext cx="9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●  ●  ●    DocControl — Головна панель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152000"/>
            <a:ext cx="1800000" cy="2484000"/>
          </a:xfrm>
          <a:prstGeom prst="rect">
            <a:avLst/>
          </a:prstGeom>
          <a:solidFill>
            <a:srgbClr val="13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2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</a:rPr>
              <a:t>📋 Документи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7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🔍 Пошук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2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Аналітика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57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🤖 AI-асистент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024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⚙ Налаштування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2000" y="1152000"/>
            <a:ext cx="9504000" cy="27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000" y="11880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Реєстр документів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0" y="1188000"/>
            <a:ext cx="39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Додати      🔍 Пошук      📤 Експорт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8000" y="1440000"/>
            <a:ext cx="9432000" cy="19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000" y="1458000"/>
            <a:ext cx="32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1458000"/>
            <a:ext cx="284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Назва документа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0000" y="1458000"/>
            <a:ext cx="122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Тип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0" y="1458000"/>
            <a:ext cx="122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Статус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0" y="1458000"/>
            <a:ext cx="140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Відп.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0000" y="1458000"/>
            <a:ext cx="122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Дата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68000" y="1655999"/>
            <a:ext cx="9432000" cy="2448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000" y="1691999"/>
            <a:ext cx="3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1691999"/>
            <a:ext cx="28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Договір №45 з ТОВ Альфа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0" y="16919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Договір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0" y="16919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Активний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000" y="1691999"/>
            <a:ext cx="14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Коваль 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0000" y="16919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12.03.2025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8000" y="1915199"/>
            <a:ext cx="9432000" cy="244800"/>
          </a:xfrm>
          <a:prstGeom prst="rect">
            <a:avLst/>
          </a:prstGeom>
          <a:solidFill>
            <a:srgbClr val="17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40000" y="1951199"/>
            <a:ext cx="3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000" y="1951199"/>
            <a:ext cx="28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Тех. специфікація v2.1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0000" y="19511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Специф.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0000" y="19511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🔄 Редагується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0000" y="1951199"/>
            <a:ext cx="14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Мельник В.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0000" y="19511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15.03.2025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8000" y="2174399"/>
            <a:ext cx="9432000" cy="2448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0000" y="2210399"/>
            <a:ext cx="3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0000" y="2210399"/>
            <a:ext cx="28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Акт прийому-передачі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0000" y="22103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Акт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0000" y="22103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Підписаний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0000" y="2210399"/>
            <a:ext cx="14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Шевченко К.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0000" y="2210399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18.03.2025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68000" y="2433600"/>
            <a:ext cx="9432000" cy="244800"/>
          </a:xfrm>
          <a:prstGeom prst="rect">
            <a:avLst/>
          </a:prstGeom>
          <a:solidFill>
            <a:srgbClr val="17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0000" y="2469600"/>
            <a:ext cx="3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0000" y="2469600"/>
            <a:ext cx="28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Внутрішній наказ №12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0000" y="24696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Наказ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0000" y="24696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📋 На погодж.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0000" y="2469600"/>
            <a:ext cx="14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Бондар Т.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0000" y="24696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20.03.2025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AI-модуль: розумна класифікація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72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DocControlAI автоматично аналізує вміст документів та пропонує правильну категорію, відповідального та пріоритет.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512000"/>
            <a:ext cx="2700000" cy="90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565999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1. Завантаження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835999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Користувач додає документ до системи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999" y="18359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0" y="1512000"/>
            <a:ext cx="2700000" cy="900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8000" y="1565999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2. Аналіз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8000" y="1835999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ML-модель аналізує текст та метадані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2000" y="18359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512000"/>
            <a:ext cx="2700000" cy="90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565999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3. Класифікація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835999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Система пропонує тип, категорію, пріоритет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2000" y="18359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0" y="1512000"/>
            <a:ext cx="2700000" cy="900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8000" y="1565999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4. Підтвердження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8000" y="1835999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Користувач перевіряє та зберігає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520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76C"/>
                </a:solidFill>
              </a:rPr>
              <a:t>Технології: ML.NET • Text Classification • Probabilistic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0F0"/>
                </a:solidFill>
              </a:rPr>
              <a:t>Переваги та унікальні можливості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07999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0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0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Все в одному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3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Єдина платформа: реєстр + AI + мережа + аналітика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8000" y="1007999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000" y="10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8000" y="10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Продуктивність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8000" y="13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Пошук документа за 3 секунди замість 30 хвилин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6000" y="1007999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000" y="10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6000" y="10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Безпека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6000" y="13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Рольова модель доступу + повний аудит всіх дій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908000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19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19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Інтелект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22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Єдина система в класі з вбудованим AI-класифікатором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8000" y="1908000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6000" y="19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8000" y="19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Мережевість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0" y="22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Реальний час — зміни синхронізуються миттєво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6000" y="1908000"/>
            <a:ext cx="3708000" cy="75600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000" y="196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6000" y="196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Простота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6000" y="22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Windows-нативний інтерфейс, мінімальне навчання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Аналітика та моніторинг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07999"/>
            <a:ext cx="2700000" cy="90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62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1 247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147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документів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0" y="1007999"/>
            <a:ext cx="2700000" cy="900000"/>
          </a:xfrm>
          <a:prstGeom prst="rect">
            <a:avLst/>
          </a:prstGeom>
          <a:solidFill>
            <a:srgbClr val="00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4000" y="1062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4000" y="147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доступність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0" y="1007999"/>
            <a:ext cx="2700000" cy="900000"/>
          </a:xfrm>
          <a:prstGeom prst="rect">
            <a:avLst/>
          </a:prstGeom>
          <a:solidFill>
            <a:srgbClr val="F5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999" y="1062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3.2 сек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999" y="147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середній пошук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0" y="1007999"/>
            <a:ext cx="2700000" cy="900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062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47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активних користувачів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052000"/>
            <a:ext cx="11340000" cy="144000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088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Активність за місяць (документів)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565000"/>
            <a:ext cx="1728000" cy="495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096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Лис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0" y="2385000"/>
            <a:ext cx="1728000" cy="675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0" y="3096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Гру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0" y="2295000"/>
            <a:ext cx="1728000" cy="765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0" y="3096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Січ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430000"/>
            <a:ext cx="1728000" cy="630000"/>
          </a:xfrm>
          <a:prstGeom prst="rect">
            <a:avLst/>
          </a:prstGeom>
          <a:solidFill>
            <a:srgbClr val="25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0" y="3096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Лют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0000" y="2160000"/>
            <a:ext cx="17280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0000" y="3096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Бер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60000"/>
            <a:ext cx="12193200" cy="43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3200"/>
            <a:ext cx="12193200" cy="5400000"/>
          </a:xfrm>
          <a:prstGeom prst="rect">
            <a:avLst/>
          </a:prstGeom>
          <a:solidFill>
            <a:srgbClr val="11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B0F0"/>
                </a:solidFill>
              </a:rPr>
              <a:t>DocControl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9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Від хаосу — до порядку. Від паперів — до інтелекту.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51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</a:rPr>
              <a:t>Наступні кроки: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872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Ознайомитись з документацією системи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2196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Запустити тестовий екземпляр DocControlService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20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Переглянути AI-класифікацію на прикладі 10 документів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51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0F0"/>
                </a:solidFill>
              </a:rPr>
              <a:t>Дякуємо за увагу!  •  Питання?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